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: nom, formation, entreprise d'alternance.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Remplacer ou compléter ces exemples par les articles réellement lus sur Feedly, avec leur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izoxxx" TargetMode="External"/><Relationship Id="rId3" Type="http://schemas.openxmlformats.org/officeDocument/2006/relationships/hyperlink" Target="https://github.com/Kaizoxxx" TargetMode="External"/><Relationship Id="rId5" Type="http://schemas.openxmlformats.org/officeDocument/2006/relationships/hyperlink" Target="https://www.linkedin.com/in/kylian-grafeille-clement-a70776385/" TargetMode="External"/><Relationship Id="rId6" Type="http://schemas.openxmlformats.org/officeDocument/2006/relationships/hyperlink" Target="https://www.linkedin.com/in/kylian-grafeille-clement-a70776385/" TargetMode="External"/><Relationship Id="rId1" Type="http://schemas.openxmlformats.org/officeDocument/2006/relationships/image" Target="../media/image-17-1.png"/><Relationship Id="rId4" Type="http://schemas.openxmlformats.org/officeDocument/2006/relationships/image" Target="../media/image-1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Kylian Grafeille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Clément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Alternant Support IT chez SIKA France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61188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630168"/>
            <a:ext cx="5632704" cy="365760"/>
          </a:xfrm>
          <a:prstGeom prst="rect">
            <a:avLst/>
          </a:prstGeom>
          <a:solidFill>
            <a:srgbClr val="1C232D"/>
          </a:solidFill>
          <a:ln w="12700">
            <a:solidFill>
              <a:srgbClr val="1C23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39896"/>
            <a:ext cx="118872" cy="11887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3739896"/>
            <a:ext cx="118872" cy="118872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3739896"/>
            <a:ext cx="118872" cy="1188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3666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kylian@bts-sio:~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422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formation:  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BTS SIO option SISR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4398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poste:      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IT / Réseaux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7457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entreprise: 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SIKA France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04748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localisation: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Paris, France</a:t>
            </a:r>
            <a:endParaRPr lang="en-US" sz="1400" dirty="0"/>
          </a:p>
        </p:txBody>
      </p:sp>
      <p:pic>
        <p:nvPicPr>
          <p:cNvPr id="15" name="Image 0" descr="Photo de Kylian Grafeille Cléme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1417320"/>
            <a:ext cx="2743200" cy="2743200"/>
          </a:xfrm>
          <a:prstGeom prst="ellipse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412480" y="1417320"/>
            <a:ext cx="2743200" cy="2743200"/>
          </a:xfrm>
          <a:prstGeom prst="ellipse">
            <a:avLst/>
          </a:prstGeom>
          <a:solidFill>
            <a:srgbClr val="0D1117">
              <a:alpha val="0"/>
            </a:srgbClr>
          </a:solidFill>
          <a:ln w="3175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BTS SIO · Option SISR · Lycée Robert Schuman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91640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personnelle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8775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587752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formation et expériences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483864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8386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83864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professionnel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79976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799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79976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l'entreprise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276088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27608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276088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691640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7328" y="16916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47408" y="1691640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compétences de la formation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33008" y="2587752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07328" y="258775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47408" y="2587752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33008" y="3483864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7328" y="348386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147408" y="3483864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33008" y="4379976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07328" y="43799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147408" y="4379976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technologique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276088"/>
            <a:ext cx="5410048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07328" y="527608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147408" y="5276088"/>
            <a:ext cx="431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personnelle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214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Kylian Grafeille Clément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Âge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ans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434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Localisation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Paris, France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212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Formation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SIO option SISR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52628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d'intérêt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846320" y="26060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2606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2606040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26060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Jeux vidéo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06324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3063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Sorties entre amis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26280" y="406908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4343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4800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informatique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8321040" y="1691640"/>
            <a:ext cx="3322015" cy="4480560"/>
          </a:xfrm>
          <a:prstGeom prst="roundRect">
            <a:avLst>
              <a:gd name="adj" fmla="val 2202"/>
            </a:avLst>
          </a:prstGeom>
          <a:solidFill>
            <a:srgbClr val="1326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41080" y="2011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808" y="2121408"/>
            <a:ext cx="329184" cy="32918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641080" y="2788920"/>
            <a:ext cx="2681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l'informatique ?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8641080" y="3840480"/>
            <a:ext cx="26819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découvert le fonctionnement des ordinateurs en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et démontant des tours PC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membres de ma famille qui travaillent dans le domaine m'ont également transmis cet intérêt.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formation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40280" y="2331720"/>
            <a:ext cx="7711135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2148840"/>
            <a:ext cx="365760" cy="365760"/>
          </a:xfrm>
          <a:prstGeom prst="ellipse">
            <a:avLst/>
          </a:prstGeom>
          <a:solidFill>
            <a:srgbClr val="3FB950"/>
          </a:solidFill>
          <a:ln w="317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 – 2025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Pro SN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Numériques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 Robert Schuman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166360"/>
            <a:ext cx="2834640" cy="411480"/>
          </a:xfrm>
          <a:prstGeom prst="roundRect">
            <a:avLst>
              <a:gd name="adj" fmla="val 44444"/>
            </a:avLst>
          </a:prstGeom>
          <a:solidFill>
            <a:srgbClr val="17301F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166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Diplôme obtenu en 2025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12968" y="2148840"/>
            <a:ext cx="365760" cy="365760"/>
          </a:xfrm>
          <a:prstGeom prst="ellipse">
            <a:avLst/>
          </a:prstGeom>
          <a:solidFill>
            <a:srgbClr val="58A6FF"/>
          </a:solidFill>
          <a:ln w="3175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04208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– 2027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04208" y="2834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78528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SIO – option SISR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78528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 Robert Schuman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chez SIKA France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78528" y="5166360"/>
            <a:ext cx="2834640" cy="411480"/>
          </a:xfrm>
          <a:prstGeom prst="roundRect">
            <a:avLst>
              <a:gd name="adj" fmla="val 44444"/>
            </a:avLst>
          </a:prstGeom>
          <a:solidFill>
            <a:srgbClr val="1323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78528" y="5166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cours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68535" y="2148840"/>
            <a:ext cx="365760" cy="365760"/>
          </a:xfrm>
          <a:prstGeom prst="ellipse">
            <a:avLst/>
          </a:prstGeom>
          <a:solidFill>
            <a:srgbClr val="0D1117"/>
          </a:solidFill>
          <a:ln w="31750">
            <a:solidFill>
              <a:srgbClr val="8B949E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259775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Après 2027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59775" y="2834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34095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professionnelle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534095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Poursuite d'études envisagée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et formation pas encore choisies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34095" y="5166360"/>
            <a:ext cx="2834640" cy="411480"/>
          </a:xfrm>
          <a:prstGeom prst="roundRect">
            <a:avLst>
              <a:gd name="adj" fmla="val 44444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534095" y="5166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Envisagé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Expériences professionnelles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19072"/>
            <a:ext cx="358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· Bac Pro SN – seconde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41368" y="1700784"/>
            <a:ext cx="1188720" cy="310896"/>
          </a:xfrm>
          <a:prstGeom prst="roundRect">
            <a:avLst>
              <a:gd name="adj" fmla="val 44118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1368" y="17007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5740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Plaine Commune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87168"/>
            <a:ext cx="182880" cy="1828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97280" y="2441448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2023 – juin 2023 · 2 mois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52344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2706624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Seine-Saint-Denis, Île-de-France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33008" y="1554480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07328" y="1719072"/>
            <a:ext cx="358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· Bac Pro SN – première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0225735" y="1700784"/>
            <a:ext cx="1188720" cy="310896"/>
          </a:xfrm>
          <a:prstGeom prst="roundRect">
            <a:avLst>
              <a:gd name="adj" fmla="val 44118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225735" y="17007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205740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Plaine Commune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487168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81648" y="2441448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2024 – avril 2024 · 3 mois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2752344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81648" y="2706624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Seine-Saint-Denis, Île-de-France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3191256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3355848"/>
            <a:ext cx="358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d'été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41368" y="3337560"/>
            <a:ext cx="1188720" cy="310896"/>
          </a:xfrm>
          <a:prstGeom prst="roundRect">
            <a:avLst>
              <a:gd name="adj" fmla="val 44118"/>
            </a:avLst>
          </a:prstGeom>
          <a:solidFill>
            <a:srgbClr val="1C23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541368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CDD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3694176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 propreté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Plaine Commune</a:t>
            </a:r>
            <a:endParaRPr lang="en-US" sz="15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23944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97280" y="4078224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2024 · 1 mois</a:t>
            </a:r>
            <a:endParaRPr lang="en-US" sz="12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389120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97280" y="434340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Aubervilliers, Île-de-France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233008" y="3191256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507328" y="3355848"/>
            <a:ext cx="358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· Bac Pro SN – terminale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10225735" y="3337560"/>
            <a:ext cx="1188720" cy="310896"/>
          </a:xfrm>
          <a:prstGeom prst="roundRect">
            <a:avLst>
              <a:gd name="adj" fmla="val 44118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10225735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6507328" y="3694176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CBA Informatique Libérale</a:t>
            </a:r>
            <a:endParaRPr lang="en-US" sz="15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7328" y="4123944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781648" y="4078224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2024 – décembre 2024 · 2 mois</a:t>
            </a:r>
            <a:endParaRPr lang="en-US" sz="125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7328" y="4389120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781648" y="434340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Avignon, Provence-Alpes-Côte d'Azur</a:t>
            </a:r>
            <a:endParaRPr lang="en-US" sz="1250" dirty="0"/>
          </a:p>
        </p:txBody>
      </p:sp>
      <p:sp>
        <p:nvSpPr>
          <p:cNvPr id="41" name="Shape 31"/>
          <p:cNvSpPr/>
          <p:nvPr/>
        </p:nvSpPr>
        <p:spPr>
          <a:xfrm>
            <a:off x="548640" y="4828032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822960" y="4992624"/>
            <a:ext cx="358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d'été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4541368" y="4974336"/>
            <a:ext cx="1188720" cy="310896"/>
          </a:xfrm>
          <a:prstGeom prst="roundRect">
            <a:avLst>
              <a:gd name="adj" fmla="val 44118"/>
            </a:avLst>
          </a:prstGeom>
          <a:solidFill>
            <a:srgbClr val="1C23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4541368" y="49743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Intérimaire</a:t>
            </a:r>
            <a:endParaRPr lang="en-US" sz="1100" dirty="0"/>
          </a:p>
        </p:txBody>
      </p:sp>
      <p:sp>
        <p:nvSpPr>
          <p:cNvPr id="45" name="Text 35"/>
          <p:cNvSpPr txBox="1"/>
          <p:nvPr/>
        </p:nvSpPr>
        <p:spPr>
          <a:xfrm>
            <a:off x="822960" y="5330952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 propreté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Plaine Commune</a:t>
            </a:r>
            <a:endParaRPr lang="en-US" sz="15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5760720"/>
            <a:ext cx="182880" cy="18288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097280" y="571500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2025 · 1 mois</a:t>
            </a:r>
            <a:endParaRPr lang="en-US" sz="125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6025896"/>
            <a:ext cx="182880" cy="18288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97280" y="5980176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Aubervilliers, Île-de-France</a:t>
            </a:r>
            <a:endParaRPr lang="en-US" sz="1250" dirty="0"/>
          </a:p>
        </p:txBody>
      </p:sp>
      <p:sp>
        <p:nvSpPr>
          <p:cNvPr id="50" name="Shape 38"/>
          <p:cNvSpPr/>
          <p:nvPr/>
        </p:nvSpPr>
        <p:spPr>
          <a:xfrm>
            <a:off x="6233008" y="4828032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39"/>
          <p:cNvSpPr txBox="1"/>
          <p:nvPr/>
        </p:nvSpPr>
        <p:spPr>
          <a:xfrm>
            <a:off x="6507328" y="4992624"/>
            <a:ext cx="358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· BTS SIO SISR – 1re année</a:t>
            </a:r>
            <a:endParaRPr lang="en-US" sz="1100" dirty="0"/>
          </a:p>
        </p:txBody>
      </p:sp>
      <p:sp>
        <p:nvSpPr>
          <p:cNvPr id="52" name="Shape 40"/>
          <p:cNvSpPr/>
          <p:nvPr/>
        </p:nvSpPr>
        <p:spPr>
          <a:xfrm>
            <a:off x="10225735" y="4974336"/>
            <a:ext cx="1188720" cy="310896"/>
          </a:xfrm>
          <a:prstGeom prst="roundRect">
            <a:avLst>
              <a:gd name="adj" fmla="val 44118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10225735" y="49743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100" dirty="0"/>
          </a:p>
        </p:txBody>
      </p:sp>
      <p:sp>
        <p:nvSpPr>
          <p:cNvPr id="54" name="Text 42"/>
          <p:cNvSpPr txBox="1"/>
          <p:nvPr/>
        </p:nvSpPr>
        <p:spPr>
          <a:xfrm>
            <a:off x="6507328" y="5330952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 informatique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VINCI Construction</a:t>
            </a:r>
            <a:endParaRPr lang="en-US" sz="1500" dirty="0"/>
          </a:p>
        </p:txBody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7328" y="5760720"/>
            <a:ext cx="182880" cy="182880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6781648" y="571500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 – juin 2026 · 2 mois</a:t>
            </a:r>
            <a:endParaRPr lang="en-US" sz="1250" dirty="0"/>
          </a:p>
        </p:txBody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7328" y="6025896"/>
            <a:ext cx="182880" cy="182880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6781648" y="5980176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Boulogne-Billancourt, Île-de-France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professionnel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326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396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880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Métier envisagé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461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informatique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572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J'aime l'informatique, et plus particulièrement le support informatique et les réseaux.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1691640"/>
            <a:ext cx="5608015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2011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1214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2011680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BTS SIO SISR ?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355080" y="2697480"/>
            <a:ext cx="4967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L'option SISR (Solutions d'Infrastructure, Systèmes et Réseaux) est orientée vers les systèmes, les réseaux et les infrastructures informatiques : elle correspond directement à mon projet.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035040" y="4023360"/>
            <a:ext cx="5608015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55080" y="43434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4531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86600" y="4343400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BTS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5029200"/>
            <a:ext cx="4967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souhaite éventuellement poursuivre avec une licence professionnelle.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nécessaires au métier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7864" cy="46634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756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291840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291840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Réseaux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666744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666744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Adressage IP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4041648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041648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Switchs Cisco, 3Com, Netgear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4416552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41655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Routeurs D-Link, Netgear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4791456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791456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Modems / ADSL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5166360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5166360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d'accès Wi-Fi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5541264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5541264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DHCP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" y="5916168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916168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90824" y="1691640"/>
            <a:ext cx="2567864" cy="46634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65144" y="1965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872" y="2075688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3665144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3665144" y="3291840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665144" y="3291840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7 / 10 / 11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665144" y="3666744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665144" y="3666744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Debian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665144" y="4041648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665144" y="4041648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Server 2022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3665144" y="4416552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665144" y="441655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Directory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233008" y="1691640"/>
            <a:ext cx="2567864" cy="46634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507328" y="1965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056" y="2075688"/>
            <a:ext cx="329184" cy="32918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507328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6507328" y="3291840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507328" y="3291840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VMware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507328" y="3666744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507328" y="3666744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VirtualBox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507328" y="4041648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507328" y="4041648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Hyper-V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6507328" y="4416552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6507328" y="441655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Tracer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9075191" y="1691640"/>
            <a:ext cx="2567864" cy="46634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9349511" y="1965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239" y="2075688"/>
            <a:ext cx="329184" cy="329184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9349511" y="26974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sécurité</a:t>
            </a:r>
            <a:endParaRPr lang="en-US" sz="1600" dirty="0"/>
          </a:p>
        </p:txBody>
      </p:sp>
      <p:sp>
        <p:nvSpPr>
          <p:cNvPr id="53" name="Shape 47"/>
          <p:cNvSpPr/>
          <p:nvPr/>
        </p:nvSpPr>
        <p:spPr>
          <a:xfrm>
            <a:off x="9349511" y="3291840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9349511" y="3291840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 de parc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9349511" y="3666744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349511" y="3666744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Messagerie</a:t>
            </a:r>
            <a:endParaRPr lang="en-US" sz="1100" dirty="0"/>
          </a:p>
        </p:txBody>
      </p:sp>
      <p:sp>
        <p:nvSpPr>
          <p:cNvPr id="57" name="Shape 51"/>
          <p:cNvSpPr/>
          <p:nvPr/>
        </p:nvSpPr>
        <p:spPr>
          <a:xfrm>
            <a:off x="9349511" y="4041648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9349511" y="4041648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 Office</a:t>
            </a:r>
            <a:endParaRPr lang="en-US" sz="1100" dirty="0"/>
          </a:p>
        </p:txBody>
      </p:sp>
      <p:sp>
        <p:nvSpPr>
          <p:cNvPr id="59" name="Shape 53"/>
          <p:cNvSpPr/>
          <p:nvPr/>
        </p:nvSpPr>
        <p:spPr>
          <a:xfrm>
            <a:off x="9349511" y="4416552"/>
            <a:ext cx="2019224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9349511" y="441655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Cybersécurité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l'entreprise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926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Logo Sik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4048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SIKA FRANCE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840480" y="2423160"/>
            <a:ext cx="2448458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69080" y="2606040"/>
            <a:ext cx="19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Secteur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069080" y="2971800"/>
            <a:ext cx="1991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/ industrie chimique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17538" y="2423160"/>
            <a:ext cx="2448458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46138" y="2606040"/>
            <a:ext cx="19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Localité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746138" y="2971800"/>
            <a:ext cx="1991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Bourget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194597" y="2423160"/>
            <a:ext cx="2448458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23197" y="2606040"/>
            <a:ext cx="19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Effectif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423197" y="2971800"/>
            <a:ext cx="1991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1 200 – 1 500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423197" y="3474720"/>
            <a:ext cx="19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5410048" cy="205740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4489704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508760" y="43891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principale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22960" y="502920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et développement de produits de spécialités chimiques pour le secteur du bâtiment.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233008" y="4160520"/>
            <a:ext cx="5410048" cy="205740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07328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4489704"/>
            <a:ext cx="301752" cy="30175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193128" y="43891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6507328" y="498348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française du groupe suisse Sika : une direction et différents services, dont le service informatique.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507328" y="5742432"/>
            <a:ext cx="4023360" cy="310896"/>
          </a:xfrm>
          <a:prstGeom prst="roundRect">
            <a:avLst>
              <a:gd name="adj" fmla="val 14706"/>
            </a:avLst>
          </a:prstGeom>
          <a:solidFill>
            <a:srgbClr val="3B2E05"/>
          </a:solidFill>
          <a:ln w="12700">
            <a:solidFill>
              <a:srgbClr val="3B2E0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598768" y="5742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 : principaux services / sites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équipe et ma place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informatique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2560320"/>
            <a:ext cx="0" cy="32004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288036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0083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Cyril Jaouen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26080" y="3749040"/>
            <a:ext cx="0" cy="32004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406908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970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Responsable / tuteur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Sylvain Negri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926080" y="4937760"/>
            <a:ext cx="0" cy="32004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" y="525780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7301F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385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Alternant Support IT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Kylian Grafeille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0" y="1691640"/>
            <a:ext cx="5973775" cy="4480560"/>
          </a:xfrm>
          <a:prstGeom prst="roundRect">
            <a:avLst>
              <a:gd name="adj" fmla="val 1633"/>
            </a:avLst>
          </a:prstGeom>
          <a:solidFill>
            <a:srgbClr val="1326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3056" y="2139696"/>
            <a:ext cx="384048" cy="38404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035040" y="2880360"/>
            <a:ext cx="5242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place dans l'entreprise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3566160"/>
            <a:ext cx="52422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intégré au </a:t>
            </a:r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informatique</a:t>
            </a:r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J'interviens également auprès des </a:t>
            </a:r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services de l'entreprise</a:t>
            </a:r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leur apporter une assistance informatique.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à ma formation et à mon alternance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494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14884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34640"/>
            <a:ext cx="30580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 IP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réseau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réseau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92024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2538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122" y="22494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52618" y="214884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système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2834640"/>
            <a:ext cx="30580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des postes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virtuelles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92024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02117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01" y="224942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42197" y="214884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informatique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402117" y="2834640"/>
            <a:ext cx="30580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aux utilisateurs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 problèmes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/ configuration de logiciels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des postes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Compétences professionnelles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5715000"/>
            <a:ext cx="2567864" cy="548640"/>
          </a:xfrm>
          <a:prstGeom prst="roundRect">
            <a:avLst>
              <a:gd name="adj" fmla="val 13333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57150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3390824" y="5715000"/>
            <a:ext cx="2567864" cy="548640"/>
          </a:xfrm>
          <a:prstGeom prst="roundRect">
            <a:avLst>
              <a:gd name="adj" fmla="val 13333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390824" y="57150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233008" y="5715000"/>
            <a:ext cx="2567864" cy="548640"/>
          </a:xfrm>
          <a:prstGeom prst="roundRect">
            <a:avLst>
              <a:gd name="adj" fmla="val 13333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233008" y="57150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9075191" y="5715000"/>
            <a:ext cx="2567864" cy="548640"/>
          </a:xfrm>
          <a:prstGeom prst="roundRect">
            <a:avLst>
              <a:gd name="adj" fmla="val 13333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075191" y="57150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compétences de la formation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des deux années de BTS SIO option SISR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95144"/>
            <a:ext cx="301752" cy="3017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834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832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 IP, configuration et diagnostic réseau, Wi-Fi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90824" y="1920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65144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28" y="229514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65144" y="2834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65144" y="33832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Windows Server, Linux Debian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33008" y="1920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07328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229514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07328" y="2834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informatique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33832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Assistance, diagnostic, résolution d'incidents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075191" y="192024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49511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095" y="229514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49511" y="283464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9349511" y="338328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Directory, DHCP, DNS, gestion de parc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429768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22960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672584"/>
            <a:ext cx="301752" cy="30175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2960" y="5212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57607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pratiques, sécurisation des postes et du réseau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390824" y="429768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665144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5728" y="4672584"/>
            <a:ext cx="301752" cy="30175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665144" y="5212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3665144" y="57607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VMware, VirtualBox, Hyper-V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6233008" y="429768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507328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7912" y="4672584"/>
            <a:ext cx="301752" cy="30175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507328" y="5212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7607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service informatique et les autres services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9075191" y="4297680"/>
            <a:ext cx="2567864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349511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0095" y="4672584"/>
            <a:ext cx="301752" cy="30175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349511" y="5212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9349511" y="5760720"/>
            <a:ext cx="2110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et suivi des demandes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26080" y="2103120"/>
            <a:ext cx="6339535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2651760"/>
            <a:ext cx="2194560" cy="2194560"/>
          </a:xfrm>
          <a:prstGeom prst="roundRect">
            <a:avLst>
              <a:gd name="adj" fmla="val 6250"/>
            </a:avLst>
          </a:prstGeom>
          <a:solidFill>
            <a:srgbClr val="1BA0D7"/>
          </a:solidFill>
          <a:ln w="12700">
            <a:solidFill>
              <a:srgbClr val="1BA0D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92608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971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CCNA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794760"/>
            <a:ext cx="3047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Certified Network Associate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943600" y="443484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17301F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4434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Certifié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7864" cy="42062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772" y="23317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557C94"/>
          </a:solidFill>
          <a:ln w="12700">
            <a:solidFill>
              <a:srgbClr val="557C9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804" y="2587752"/>
            <a:ext cx="859536" cy="8595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4023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1772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Linux dédiée aux tests de sécurité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90824" y="1828800"/>
            <a:ext cx="2567864" cy="42062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88956" y="23317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988" y="2587752"/>
            <a:ext cx="859536" cy="8595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73704" y="4023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65144" y="461772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utilisateurs, groupes et postes du domaine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33008" y="1828800"/>
            <a:ext cx="2567864" cy="42062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31140" y="23317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BA0D7"/>
          </a:solidFill>
          <a:ln w="12700">
            <a:solidFill>
              <a:srgbClr val="1BA0D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172" y="2587752"/>
            <a:ext cx="859536" cy="8595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15888" y="4023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IOS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507328" y="461772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des switchs et routeurs Cisco (configuration en ligne de commande)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75191" y="1828800"/>
            <a:ext cx="2567864" cy="4206240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673323" y="233172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607078"/>
          </a:solidFill>
          <a:ln w="12700">
            <a:solidFill>
              <a:srgbClr val="60707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9355" y="2587752"/>
            <a:ext cx="859536" cy="85953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58071" y="4023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349511" y="461772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de serveurs et de postes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technologique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Sujet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cybersécurité des objets connectés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410048" cy="338328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54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26440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315468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sujet ?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931920"/>
            <a:ext cx="47699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Caméras, imprimantes, badgeuses, capteurs… de plus en plus présents et souvent mal sécurisés : une porte d'entrée sur le réseau.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direct avec le BTS SIO SISR et mon projet de technicien support et réseaux.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33008" y="2834640"/>
            <a:ext cx="5410048" cy="338328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53048" y="3154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776" y="326440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84568" y="315468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suivies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553048" y="4023360"/>
            <a:ext cx="4769968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53048" y="4023360"/>
            <a:ext cx="476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CERT-FR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553048" y="4526280"/>
            <a:ext cx="4769968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553048" y="4526280"/>
            <a:ext cx="476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 – Actualité CNIL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53048" y="5029200"/>
            <a:ext cx="4769968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53048" y="5029200"/>
            <a:ext cx="476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 Security Foundation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553048" y="5532120"/>
            <a:ext cx="4769968" cy="329184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53048" y="5532120"/>
            <a:ext cx="476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Gen AI Security Project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veille : Feedly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396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Feedly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8328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Agrégateur de flux RSS : il regroupe au même endroit les articles de mes sources pour suivre l'actualité du sujet et conserver les articles importants.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5532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 « Veille » : 4 sources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69080" y="1645920"/>
            <a:ext cx="7619695" cy="4043661"/>
          </a:xfrm>
          <a:prstGeom prst="roundRect">
            <a:avLst>
              <a:gd name="adj" fmla="val 13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2" name="Image 1" descr="Capture de l'espace Feedly : dossier Veille avec CERT-FR, IoT Security Foundation, OWASP Gen AI Security Project et RSS Actualités CN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691640"/>
            <a:ext cx="7528255" cy="39522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: présentation du sujet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939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96596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 marquant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24028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botnet Mirai (2016)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743200"/>
            <a:ext cx="3992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caméras et box utilisant des mots de passe par défaut piratées pour mener une attaque DDoS massive.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33008" y="169164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07328" y="19659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209397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76008" y="196596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Dernière avancée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376008" y="224028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RED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7376008" y="2743200"/>
            <a:ext cx="3992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1er août 2025, les équipements radio vendus dans l'UE doivent respecter des exigences de cybersécurité.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411480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4389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171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91640" y="438912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Nouvelle importante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691640" y="466344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 Act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1691640" y="5166360"/>
            <a:ext cx="3992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européen en vigueur depuis décembre 2024 : produits connectés sécurisés dès la conception et mis à jour.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233008" y="411480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07328" y="43891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7301F"/>
          </a:solidFill>
          <a:ln w="12700">
            <a:solidFill>
              <a:srgbClr val="2A5A3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451713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376008" y="438912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Actualité récente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376008" y="466344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: signalement des failles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7376008" y="5166360"/>
            <a:ext cx="3992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septembre 2026, les fabricants doivent signaler les vulnérabilités activement exploitées.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Retrouvez-moi sur 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10048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61188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6E5494"/>
          </a:solidFill>
          <a:ln w="12700">
            <a:solidFill>
              <a:srgbClr val="6E5494"/>
            </a:solidFill>
            <a:prstDash val="solid"/>
          </a:ln>
        </p:spPr>
      </p:sp>
      <p:pic>
        <p:nvPicPr>
          <p:cNvPr id="9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3858768"/>
            <a:ext cx="694944" cy="6949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468880" y="3703320"/>
            <a:ext cx="321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4251960"/>
            <a:ext cx="330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github.com/Kaizoxxx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33008" y="3200400"/>
            <a:ext cx="5410048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44488" y="361188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pic>
        <p:nvPicPr>
          <p:cNvPr id="14" name="Image 1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376" y="3858768"/>
            <a:ext cx="694944" cy="6949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153248" y="3703320"/>
            <a:ext cx="321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8153248" y="4251960"/>
            <a:ext cx="330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linkedin.com/in/kylian-grafeille-clement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BTS SIO SISR – Kylian Grafeille Clément</dc:title>
  <dc:subject>PptxGenJS Presentation</dc:subject>
  <dc:creator>Kylian Grafeille Clément</dc:creator>
  <cp:lastModifiedBy>Kylian Grafeille Clément</cp:lastModifiedBy>
  <cp:revision>1</cp:revision>
  <dcterms:created xsi:type="dcterms:W3CDTF">2026-10-15T20:37:36Z</dcterms:created>
  <dcterms:modified xsi:type="dcterms:W3CDTF">2026-10-15T20:37:36Z</dcterms:modified>
</cp:coreProperties>
</file>